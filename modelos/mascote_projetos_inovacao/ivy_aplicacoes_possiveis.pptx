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64BE"/>
    <a:srgbClr val="01B4EF"/>
    <a:srgbClr val="01B5EF"/>
    <a:srgbClr val="1B66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FB2D72-05FE-435D-AB77-557C8695927F}" v="9" dt="2026-06-15T13:57:04.516"/>
    <p1510:client id="{9BDB65F7-CCA5-4EF9-810D-88C20A3E3DFB}" v="1" dt="2026-06-15T17:32:20.4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DOS SANTOS ROCHA" userId="3b6d180e-d57a-443d-b166-314c101f7bc3" providerId="ADAL" clId="{AB67FB3F-ED2B-44BE-84C3-E886AA4C07C6}"/>
    <pc:docChg chg="undo custSel addSld modSld">
      <pc:chgData name="EDUARDO DOS SANTOS ROCHA" userId="3b6d180e-d57a-443d-b166-314c101f7bc3" providerId="ADAL" clId="{AB67FB3F-ED2B-44BE-84C3-E886AA4C07C6}" dt="2026-06-15T17:32:50.678" v="162" actId="1076"/>
      <pc:docMkLst>
        <pc:docMk/>
      </pc:docMkLst>
      <pc:sldChg chg="addSp delSp modSp new mod">
        <pc:chgData name="EDUARDO DOS SANTOS ROCHA" userId="3b6d180e-d57a-443d-b166-314c101f7bc3" providerId="ADAL" clId="{AB67FB3F-ED2B-44BE-84C3-E886AA4C07C6}" dt="2026-06-15T14:28:31.529" v="145" actId="1076"/>
        <pc:sldMkLst>
          <pc:docMk/>
          <pc:sldMk cId="2903280023" sldId="256"/>
        </pc:sldMkLst>
        <pc:spChg chg="del">
          <ac:chgData name="EDUARDO DOS SANTOS ROCHA" userId="3b6d180e-d57a-443d-b166-314c101f7bc3" providerId="ADAL" clId="{AB67FB3F-ED2B-44BE-84C3-E886AA4C07C6}" dt="2026-06-15T12:06:49.535" v="1" actId="478"/>
          <ac:spMkLst>
            <pc:docMk/>
            <pc:sldMk cId="2903280023" sldId="256"/>
            <ac:spMk id="2" creationId="{5D8745AD-70B6-1C58-7FF5-75F54877B684}"/>
          </ac:spMkLst>
        </pc:spChg>
        <pc:spChg chg="del">
          <ac:chgData name="EDUARDO DOS SANTOS ROCHA" userId="3b6d180e-d57a-443d-b166-314c101f7bc3" providerId="ADAL" clId="{AB67FB3F-ED2B-44BE-84C3-E886AA4C07C6}" dt="2026-06-15T12:06:49.535" v="1" actId="478"/>
          <ac:spMkLst>
            <pc:docMk/>
            <pc:sldMk cId="2903280023" sldId="256"/>
            <ac:spMk id="3" creationId="{A73291B4-9578-3D1A-1655-9D812481458A}"/>
          </ac:spMkLst>
        </pc:spChg>
        <pc:spChg chg="add del mod">
          <ac:chgData name="EDUARDO DOS SANTOS ROCHA" userId="3b6d180e-d57a-443d-b166-314c101f7bc3" providerId="ADAL" clId="{AB67FB3F-ED2B-44BE-84C3-E886AA4C07C6}" dt="2026-06-15T13:47:04.408" v="129" actId="478"/>
          <ac:spMkLst>
            <pc:docMk/>
            <pc:sldMk cId="2903280023" sldId="256"/>
            <ac:spMk id="20" creationId="{F0EF6E13-6C0E-9644-F6B6-0EBCAC9B404C}"/>
          </ac:spMkLst>
        </pc:spChg>
        <pc:spChg chg="add mod">
          <ac:chgData name="EDUARDO DOS SANTOS ROCHA" userId="3b6d180e-d57a-443d-b166-314c101f7bc3" providerId="ADAL" clId="{AB67FB3F-ED2B-44BE-84C3-E886AA4C07C6}" dt="2026-06-15T13:57:04.516" v="144" actId="164"/>
          <ac:spMkLst>
            <pc:docMk/>
            <pc:sldMk cId="2903280023" sldId="256"/>
            <ac:spMk id="22" creationId="{75086BDD-F1F8-BB6C-FAF2-557206118615}"/>
          </ac:spMkLst>
        </pc:spChg>
        <pc:grpChg chg="add del mod">
          <ac:chgData name="EDUARDO DOS SANTOS ROCHA" userId="3b6d180e-d57a-443d-b166-314c101f7bc3" providerId="ADAL" clId="{AB67FB3F-ED2B-44BE-84C3-E886AA4C07C6}" dt="2026-06-15T13:56:21.631" v="135" actId="165"/>
          <ac:grpSpMkLst>
            <pc:docMk/>
            <pc:sldMk cId="2903280023" sldId="256"/>
            <ac:grpSpMk id="21" creationId="{0DB34183-5987-DE94-CAFB-8AFD2A773932}"/>
          </ac:grpSpMkLst>
        </pc:grpChg>
        <pc:grpChg chg="add mod">
          <ac:chgData name="EDUARDO DOS SANTOS ROCHA" userId="3b6d180e-d57a-443d-b166-314c101f7bc3" providerId="ADAL" clId="{AB67FB3F-ED2B-44BE-84C3-E886AA4C07C6}" dt="2026-06-15T14:28:31.529" v="145" actId="1076"/>
          <ac:grpSpMkLst>
            <pc:docMk/>
            <pc:sldMk cId="2903280023" sldId="256"/>
            <ac:grpSpMk id="23" creationId="{7867BFE8-3072-AA20-9663-E50AE9DA61E0}"/>
          </ac:grpSpMkLst>
        </pc:grpChg>
        <pc:picChg chg="add del mod">
          <ac:chgData name="EDUARDO DOS SANTOS ROCHA" userId="3b6d180e-d57a-443d-b166-314c101f7bc3" providerId="ADAL" clId="{AB67FB3F-ED2B-44BE-84C3-E886AA4C07C6}" dt="2026-06-15T12:07:06.266" v="6" actId="478"/>
          <ac:picMkLst>
            <pc:docMk/>
            <pc:sldMk cId="2903280023" sldId="256"/>
            <ac:picMk id="5" creationId="{D6C385AB-C72B-C5FB-B1ED-593A03D44B6B}"/>
          </ac:picMkLst>
        </pc:picChg>
        <pc:picChg chg="add del mod">
          <ac:chgData name="EDUARDO DOS SANTOS ROCHA" userId="3b6d180e-d57a-443d-b166-314c101f7bc3" providerId="ADAL" clId="{AB67FB3F-ED2B-44BE-84C3-E886AA4C07C6}" dt="2026-06-15T12:07:44.547" v="13" actId="478"/>
          <ac:picMkLst>
            <pc:docMk/>
            <pc:sldMk cId="2903280023" sldId="256"/>
            <ac:picMk id="7" creationId="{9993C888-F7AE-AF05-0DA2-DCF63FBD7EB0}"/>
          </ac:picMkLst>
        </pc:picChg>
        <pc:picChg chg="add mod ord topLvl modCrop">
          <ac:chgData name="EDUARDO DOS SANTOS ROCHA" userId="3b6d180e-d57a-443d-b166-314c101f7bc3" providerId="ADAL" clId="{AB67FB3F-ED2B-44BE-84C3-E886AA4C07C6}" dt="2026-06-15T13:57:04.516" v="144" actId="164"/>
          <ac:picMkLst>
            <pc:docMk/>
            <pc:sldMk cId="2903280023" sldId="256"/>
            <ac:picMk id="8" creationId="{F5C22851-E56C-E341-1123-465C714E3903}"/>
          </ac:picMkLst>
        </pc:picChg>
        <pc:picChg chg="add del mod">
          <ac:chgData name="EDUARDO DOS SANTOS ROCHA" userId="3b6d180e-d57a-443d-b166-314c101f7bc3" providerId="ADAL" clId="{AB67FB3F-ED2B-44BE-84C3-E886AA4C07C6}" dt="2026-06-15T12:22:09.313" v="27" actId="478"/>
          <ac:picMkLst>
            <pc:docMk/>
            <pc:sldMk cId="2903280023" sldId="256"/>
            <ac:picMk id="10" creationId="{8A9CD862-003C-AECC-68F9-5683CEFEF7B1}"/>
          </ac:picMkLst>
        </pc:picChg>
        <pc:picChg chg="add del mod">
          <ac:chgData name="EDUARDO DOS SANTOS ROCHA" userId="3b6d180e-d57a-443d-b166-314c101f7bc3" providerId="ADAL" clId="{AB67FB3F-ED2B-44BE-84C3-E886AA4C07C6}" dt="2026-06-15T12:22:06.901" v="26" actId="478"/>
          <ac:picMkLst>
            <pc:docMk/>
            <pc:sldMk cId="2903280023" sldId="256"/>
            <ac:picMk id="12" creationId="{D105638D-A3DD-F094-AB72-D33FF66642BD}"/>
          </ac:picMkLst>
        </pc:picChg>
        <pc:picChg chg="add del mod">
          <ac:chgData name="EDUARDO DOS SANTOS ROCHA" userId="3b6d180e-d57a-443d-b166-314c101f7bc3" providerId="ADAL" clId="{AB67FB3F-ED2B-44BE-84C3-E886AA4C07C6}" dt="2026-06-15T12:26:02.753" v="63" actId="478"/>
          <ac:picMkLst>
            <pc:docMk/>
            <pc:sldMk cId="2903280023" sldId="256"/>
            <ac:picMk id="13" creationId="{D59FFBFE-5F6E-FD18-3E2F-DF2FAB56989A}"/>
          </ac:picMkLst>
        </pc:picChg>
        <pc:picChg chg="add del mod modCrop">
          <ac:chgData name="EDUARDO DOS SANTOS ROCHA" userId="3b6d180e-d57a-443d-b166-314c101f7bc3" providerId="ADAL" clId="{AB67FB3F-ED2B-44BE-84C3-E886AA4C07C6}" dt="2026-06-15T12:26:00.994" v="61" actId="478"/>
          <ac:picMkLst>
            <pc:docMk/>
            <pc:sldMk cId="2903280023" sldId="256"/>
            <ac:picMk id="15" creationId="{FB11B2AB-6255-69BA-81AE-B14C89F0819D}"/>
          </ac:picMkLst>
        </pc:picChg>
        <pc:picChg chg="add del mod">
          <ac:chgData name="EDUARDO DOS SANTOS ROCHA" userId="3b6d180e-d57a-443d-b166-314c101f7bc3" providerId="ADAL" clId="{AB67FB3F-ED2B-44BE-84C3-E886AA4C07C6}" dt="2026-06-15T12:26:02.017" v="62" actId="478"/>
          <ac:picMkLst>
            <pc:docMk/>
            <pc:sldMk cId="2903280023" sldId="256"/>
            <ac:picMk id="16" creationId="{353A8165-7335-C7EC-AE2B-94220F849768}"/>
          </ac:picMkLst>
        </pc:picChg>
        <pc:picChg chg="add del mod">
          <ac:chgData name="EDUARDO DOS SANTOS ROCHA" userId="3b6d180e-d57a-443d-b166-314c101f7bc3" providerId="ADAL" clId="{AB67FB3F-ED2B-44BE-84C3-E886AA4C07C6}" dt="2026-06-15T13:16:49.364" v="107" actId="478"/>
          <ac:picMkLst>
            <pc:docMk/>
            <pc:sldMk cId="2903280023" sldId="256"/>
            <ac:picMk id="17" creationId="{0A7FB118-FD93-1639-7AFC-4BE0D85BD5FD}"/>
          </ac:picMkLst>
        </pc:picChg>
        <pc:picChg chg="add mod ord topLvl">
          <ac:chgData name="EDUARDO DOS SANTOS ROCHA" userId="3b6d180e-d57a-443d-b166-314c101f7bc3" providerId="ADAL" clId="{AB67FB3F-ED2B-44BE-84C3-E886AA4C07C6}" dt="2026-06-15T13:57:04.516" v="144" actId="164"/>
          <ac:picMkLst>
            <pc:docMk/>
            <pc:sldMk cId="2903280023" sldId="256"/>
            <ac:picMk id="19" creationId="{4791A0AD-D296-8A34-BC23-7278E5F2B0D8}"/>
          </ac:picMkLst>
        </pc:picChg>
      </pc:sldChg>
      <pc:sldChg chg="addSp delSp modSp new mod">
        <pc:chgData name="EDUARDO DOS SANTOS ROCHA" userId="3b6d180e-d57a-443d-b166-314c101f7bc3" providerId="ADAL" clId="{AB67FB3F-ED2B-44BE-84C3-E886AA4C07C6}" dt="2026-06-15T17:32:50.678" v="162" actId="1076"/>
        <pc:sldMkLst>
          <pc:docMk/>
          <pc:sldMk cId="4026645058" sldId="257"/>
        </pc:sldMkLst>
        <pc:spChg chg="mod">
          <ac:chgData name="EDUARDO DOS SANTOS ROCHA" userId="3b6d180e-d57a-443d-b166-314c101f7bc3" providerId="ADAL" clId="{AB67FB3F-ED2B-44BE-84C3-E886AA4C07C6}" dt="2026-06-15T17:32:50.678" v="162" actId="1076"/>
          <ac:spMkLst>
            <pc:docMk/>
            <pc:sldMk cId="4026645058" sldId="257"/>
            <ac:spMk id="2" creationId="{7890239E-E5AE-B97E-C3FE-9D3363301735}"/>
          </ac:spMkLst>
        </pc:spChg>
        <pc:spChg chg="add del mod">
          <ac:chgData name="EDUARDO DOS SANTOS ROCHA" userId="3b6d180e-d57a-443d-b166-314c101f7bc3" providerId="ADAL" clId="{AB67FB3F-ED2B-44BE-84C3-E886AA4C07C6}" dt="2026-06-15T12:29:59.225" v="76" actId="478"/>
          <ac:spMkLst>
            <pc:docMk/>
            <pc:sldMk cId="4026645058" sldId="257"/>
            <ac:spMk id="5" creationId="{C1FD988A-A316-B99A-4F08-2758A1038ACF}"/>
          </ac:spMkLst>
        </pc:spChg>
        <pc:spChg chg="add del">
          <ac:chgData name="EDUARDO DOS SANTOS ROCHA" userId="3b6d180e-d57a-443d-b166-314c101f7bc3" providerId="ADAL" clId="{AB67FB3F-ED2B-44BE-84C3-E886AA4C07C6}" dt="2026-06-15T12:30:10.292" v="79" actId="478"/>
          <ac:spMkLst>
            <pc:docMk/>
            <pc:sldMk cId="4026645058" sldId="257"/>
            <ac:spMk id="7" creationId="{F6AF0D55-67F5-6B26-6849-2A14D08D2021}"/>
          </ac:spMkLst>
        </pc:spChg>
        <pc:spChg chg="add del">
          <ac:chgData name="EDUARDO DOS SANTOS ROCHA" userId="3b6d180e-d57a-443d-b166-314c101f7bc3" providerId="ADAL" clId="{AB67FB3F-ED2B-44BE-84C3-E886AA4C07C6}" dt="2026-06-15T12:30:13.218" v="82" actId="478"/>
          <ac:spMkLst>
            <pc:docMk/>
            <pc:sldMk cId="4026645058" sldId="257"/>
            <ac:spMk id="9" creationId="{23C43D60-11FE-CB9C-182E-0A947EED9B41}"/>
          </ac:spMkLst>
        </pc:spChg>
        <pc:spChg chg="add del">
          <ac:chgData name="EDUARDO DOS SANTOS ROCHA" userId="3b6d180e-d57a-443d-b166-314c101f7bc3" providerId="ADAL" clId="{AB67FB3F-ED2B-44BE-84C3-E886AA4C07C6}" dt="2026-06-15T13:05:42.251" v="84" actId="478"/>
          <ac:spMkLst>
            <pc:docMk/>
            <pc:sldMk cId="4026645058" sldId="257"/>
            <ac:spMk id="10" creationId="{F01449C0-79DB-2EEB-511B-C59938DAB79A}"/>
          </ac:spMkLst>
        </pc:spChg>
        <pc:spChg chg="add del mod">
          <ac:chgData name="EDUARDO DOS SANTOS ROCHA" userId="3b6d180e-d57a-443d-b166-314c101f7bc3" providerId="ADAL" clId="{AB67FB3F-ED2B-44BE-84C3-E886AA4C07C6}" dt="2026-06-15T13:06:15.767" v="95" actId="478"/>
          <ac:spMkLst>
            <pc:docMk/>
            <pc:sldMk cId="4026645058" sldId="257"/>
            <ac:spMk id="11" creationId="{9BD0C026-CED8-A147-382E-3524D15D4DC4}"/>
          </ac:spMkLst>
        </pc:spChg>
        <pc:picChg chg="add del mod modCrop">
          <ac:chgData name="EDUARDO DOS SANTOS ROCHA" userId="3b6d180e-d57a-443d-b166-314c101f7bc3" providerId="ADAL" clId="{AB67FB3F-ED2B-44BE-84C3-E886AA4C07C6}" dt="2026-06-15T13:16:21.608" v="97" actId="21"/>
          <ac:picMkLst>
            <pc:docMk/>
            <pc:sldMk cId="4026645058" sldId="257"/>
            <ac:picMk id="2" creationId="{0A7FB118-FD93-1639-7AFC-4BE0D85BD5FD}"/>
          </ac:picMkLst>
        </pc:picChg>
        <pc:picChg chg="add del mod ord modCrop">
          <ac:chgData name="EDUARDO DOS SANTOS ROCHA" userId="3b6d180e-d57a-443d-b166-314c101f7bc3" providerId="ADAL" clId="{AB67FB3F-ED2B-44BE-84C3-E886AA4C07C6}" dt="2026-06-15T13:06:00.230" v="89" actId="478"/>
          <ac:picMkLst>
            <pc:docMk/>
            <pc:sldMk cId="4026645058" sldId="257"/>
            <ac:picMk id="3" creationId="{4CC2BC39-721D-8C5B-3A11-4038294211D4}"/>
          </ac:picMkLst>
        </pc:picChg>
        <pc:picChg chg="del">
          <ac:chgData name="EDUARDO DOS SANTOS ROCHA" userId="3b6d180e-d57a-443d-b166-314c101f7bc3" providerId="ADAL" clId="{AB67FB3F-ED2B-44BE-84C3-E886AA4C07C6}" dt="2026-06-15T17:31:32.598" v="146" actId="478"/>
          <ac:picMkLst>
            <pc:docMk/>
            <pc:sldMk cId="4026645058" sldId="257"/>
            <ac:picMk id="4" creationId="{5D83AE97-4D83-1342-F31E-8065AAC224CE}"/>
          </ac:picMkLst>
        </pc:picChg>
        <pc:picChg chg="add del mod modCrop">
          <ac:chgData name="EDUARDO DOS SANTOS ROCHA" userId="3b6d180e-d57a-443d-b166-314c101f7bc3" providerId="ADAL" clId="{AB67FB3F-ED2B-44BE-84C3-E886AA4C07C6}" dt="2026-06-15T17:32:50.678" v="162" actId="1076"/>
          <ac:picMkLst>
            <pc:docMk/>
            <pc:sldMk cId="4026645058" sldId="257"/>
            <ac:picMk id="5" creationId="{AE867B6B-20E2-A417-F6B1-6977FC532743}"/>
          </ac:picMkLst>
        </pc:picChg>
        <pc:picChg chg="add del mod">
          <ac:chgData name="EDUARDO DOS SANTOS ROCHA" userId="3b6d180e-d57a-443d-b166-314c101f7bc3" providerId="ADAL" clId="{AB67FB3F-ED2B-44BE-84C3-E886AA4C07C6}" dt="2026-06-15T13:06:12.262" v="94" actId="478"/>
          <ac:picMkLst>
            <pc:docMk/>
            <pc:sldMk cId="4026645058" sldId="257"/>
            <ac:picMk id="13" creationId="{9C4E18AE-71CE-24DE-A176-DEF5FB4A66E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BDAC9-34F8-3C74-CACA-EF0E1A399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9BF8AC-9C3F-7B1C-AED8-D815EAF7C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4AF3E5-528F-3E08-4B61-B4965AED4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5765-5D3D-48D6-BF6E-D55825A36999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56B379-F40F-9740-1887-83B482FA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854971-E3B0-9F06-C510-EBC6D3A4C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8980-420E-49A6-9358-4CFAA07E3D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10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21F686-5F4B-9976-40F0-E22676A00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2D1D03-447D-5FE0-B1B5-2EF050C0C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E74EB7-30A5-1848-56D0-B3D03D440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5765-5D3D-48D6-BF6E-D55825A36999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021E90-7F44-138F-E2B6-3FBD73F88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2FB0FB-23AF-22EA-BDC2-131A74C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8980-420E-49A6-9358-4CFAA07E3D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669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4A12A-C98C-A114-6AD2-C07872E1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A79662-18BE-54B0-E002-ED0F6D874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E09832-B71A-84E0-D5F2-C9D883CB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5765-5D3D-48D6-BF6E-D55825A36999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45E5CB-2EBD-A182-3D76-19001095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26EEC1-49E8-E8F0-491A-1480505DC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8980-420E-49A6-9358-4CFAA07E3D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036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BCCD4E-E85C-6A0E-5437-B76C4E296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BB3BA1-E787-6F66-B35E-9D7131A5C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F80F7B-28FA-EA5C-A131-7C81A38338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42E2C2-FF2D-5E38-4F31-6508A882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5765-5D3D-48D6-BF6E-D55825A36999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0C0610-8E41-AE19-84E7-C5B4246DA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83AD98-DF3A-CBB3-8118-9825DC94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8980-420E-49A6-9358-4CFAA07E3D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1414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089E0-1CC9-73A2-14A2-F18B99D49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B32CC6-999B-F8C5-4E04-1A799216F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0D0686-89C0-3243-D0F5-7C821EE50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0BB0C5-F678-F768-FF34-1E7647899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B4451FC-D3BC-E7B0-0F80-155112C904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07DFA2B-4B01-A62D-92C2-413E388C7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5765-5D3D-48D6-BF6E-D55825A36999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596C48A-2B72-0677-7612-C5A5974AF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6D2CFC5-C199-85F0-164B-424D2CA87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8980-420E-49A6-9358-4CFAA07E3D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1485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4D9B6-7BB6-0189-71F8-FBB0F0F1E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2121382-A451-6FCE-6B30-4AE4C364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5765-5D3D-48D6-BF6E-D55825A36999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36F55DC-4568-7908-B3C8-35452A336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917012-1329-9B7F-7A2F-94140FBD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8980-420E-49A6-9358-4CFAA07E3D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3311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8FFABAB-2972-0BFC-F48B-3366C5FFC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5765-5D3D-48D6-BF6E-D55825A36999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1E6B644-2FB0-221D-6384-6CAD71438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CE6E0F-5FAB-AB1A-DBB8-E04F94FA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8980-420E-49A6-9358-4CFAA07E3D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120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07525-5BEA-D313-14C3-1153167EE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14872-DB99-A80F-5E0B-030734689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C0DF87-088C-89C9-F44C-C31FBE11A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D85F15-BCCE-E6BA-2810-6C0894273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5765-5D3D-48D6-BF6E-D55825A36999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FD636A-AA78-BEC7-84CC-9FF0CC063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568215-27A3-7B72-F693-3FA85BCC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8980-420E-49A6-9358-4CFAA07E3D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9732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997D0-BC4E-2355-2211-193B4EE1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49BE83A-1271-5680-BDDA-7F9D3DA70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3571B4-7CE8-7571-FAFC-CD23163C3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DB037C-CCC7-969A-8B88-59EBAF44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5765-5D3D-48D6-BF6E-D55825A36999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DF826E-47CE-0C55-E42A-DD5CDF9F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C987EB-115F-2EEB-E485-1E7B53A6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8980-420E-49A6-9358-4CFAA07E3D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9264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6ABF4-D5D3-F9ED-4B0B-FD78B605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BA8F18D-2292-0CC9-9622-6A9DF9F42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B524AB-6CD6-9BB1-177B-F806671CC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5765-5D3D-48D6-BF6E-D55825A36999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92F9F9-55F2-2841-ACB4-045F544F6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7FF1BC-3EDD-C872-06F5-A33E7BFEC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8980-420E-49A6-9358-4CFAA07E3D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735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BBE38E-4E6D-7F50-7B3B-C915CE513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C7587FE-F9DC-472A-9748-800E51B90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C45703-5D83-4546-6BF4-647A2220A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5765-5D3D-48D6-BF6E-D55825A36999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1740B2-960B-B6CB-55B3-1E56AE241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78DF4C-66BB-D3BD-7B62-1C2F489D4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8980-420E-49A6-9358-4CFAA07E3D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6262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BDD9C54-8623-409C-B53F-3D6F6D89E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4DB74A-8D52-A84E-F947-14C3F9380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C8F97-E357-1DBA-793A-0A63F0E60A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C25765-5D3D-48D6-BF6E-D55825A36999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CB02A8-AE22-B75B-BF90-608DC2A0E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954B8C-6E0A-373C-6885-D72DB2784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F8980-420E-49A6-9358-4CFAA07E3D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2914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Agrupar 22">
            <a:extLst>
              <a:ext uri="{FF2B5EF4-FFF2-40B4-BE49-F238E27FC236}">
                <a16:creationId xmlns:a16="http://schemas.microsoft.com/office/drawing/2014/main" id="{7867BFE8-3072-AA20-9663-E50AE9DA61E0}"/>
              </a:ext>
            </a:extLst>
          </p:cNvPr>
          <p:cNvGrpSpPr/>
          <p:nvPr/>
        </p:nvGrpSpPr>
        <p:grpSpPr>
          <a:xfrm>
            <a:off x="855010" y="610340"/>
            <a:ext cx="3298028" cy="3297382"/>
            <a:chOff x="6178481" y="1276885"/>
            <a:chExt cx="3298028" cy="3297382"/>
          </a:xfrm>
        </p:grpSpPr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75086BDD-F1F8-BB6C-FAF2-557206118615}"/>
                </a:ext>
              </a:extLst>
            </p:cNvPr>
            <p:cNvSpPr/>
            <p:nvPr/>
          </p:nvSpPr>
          <p:spPr>
            <a:xfrm>
              <a:off x="6179127" y="1276885"/>
              <a:ext cx="3297382" cy="32973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8" name="Imagem 7" descr="ícone de Sap logo">
              <a:extLst>
                <a:ext uri="{FF2B5EF4-FFF2-40B4-BE49-F238E27FC236}">
                  <a16:creationId xmlns:a16="http://schemas.microsoft.com/office/drawing/2014/main" id="{F5C22851-E56C-E341-1123-465C714E3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1888"/>
            <a:stretch>
              <a:fillRect/>
            </a:stretch>
          </p:blipFill>
          <p:spPr>
            <a:xfrm>
              <a:off x="6178481" y="1565859"/>
              <a:ext cx="3288792" cy="2568945"/>
            </a:xfrm>
            <a:prstGeom prst="rect">
              <a:avLst/>
            </a:prstGeom>
          </p:spPr>
        </p:pic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4791A0AD-D296-8A34-BC23-7278E5F2B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3647" y="2999468"/>
              <a:ext cx="1893626" cy="136880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EFDD9D2F-2BA3-D65B-B46E-F5F0E65BCEBB}"/>
              </a:ext>
            </a:extLst>
          </p:cNvPr>
          <p:cNvSpPr/>
          <p:nvPr/>
        </p:nvSpPr>
        <p:spPr>
          <a:xfrm>
            <a:off x="5445206" y="434109"/>
            <a:ext cx="3649844" cy="364984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shade val="30000"/>
                  <a:satMod val="115000"/>
                </a:schemeClr>
              </a:gs>
              <a:gs pos="50000">
                <a:schemeClr val="bg1">
                  <a:lumMod val="50000"/>
                  <a:shade val="67500"/>
                  <a:satMod val="115000"/>
                </a:schemeClr>
              </a:gs>
              <a:gs pos="100000">
                <a:schemeClr val="bg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049AB07-9105-C2E2-7BB1-E05823A6B95D}"/>
              </a:ext>
            </a:extLst>
          </p:cNvPr>
          <p:cNvGrpSpPr/>
          <p:nvPr/>
        </p:nvGrpSpPr>
        <p:grpSpPr>
          <a:xfrm>
            <a:off x="5625732" y="536448"/>
            <a:ext cx="3298028" cy="3297382"/>
            <a:chOff x="6178481" y="1276885"/>
            <a:chExt cx="3298028" cy="3297382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95A26862-1021-F798-B16E-066E4B238098}"/>
                </a:ext>
              </a:extLst>
            </p:cNvPr>
            <p:cNvSpPr/>
            <p:nvPr/>
          </p:nvSpPr>
          <p:spPr>
            <a:xfrm>
              <a:off x="6179127" y="1276885"/>
              <a:ext cx="3297382" cy="32973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Imagem 4" descr="ícone de Sap logo">
              <a:extLst>
                <a:ext uri="{FF2B5EF4-FFF2-40B4-BE49-F238E27FC236}">
                  <a16:creationId xmlns:a16="http://schemas.microsoft.com/office/drawing/2014/main" id="{271121DF-689F-CCF6-F3CD-C12567FB0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1888"/>
            <a:stretch>
              <a:fillRect/>
            </a:stretch>
          </p:blipFill>
          <p:spPr>
            <a:xfrm>
              <a:off x="6178481" y="1565859"/>
              <a:ext cx="3288792" cy="2568945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FDB81F21-1AB7-B65B-0AE3-70473BD73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3647" y="2999468"/>
              <a:ext cx="1893626" cy="136880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903280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890239E-E5AE-B97E-C3FE-9D3363301735}"/>
              </a:ext>
            </a:extLst>
          </p:cNvPr>
          <p:cNvSpPr/>
          <p:nvPr/>
        </p:nvSpPr>
        <p:spPr>
          <a:xfrm>
            <a:off x="196931" y="119784"/>
            <a:ext cx="3649844" cy="364984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shade val="30000"/>
                  <a:satMod val="115000"/>
                </a:schemeClr>
              </a:gs>
              <a:gs pos="50000">
                <a:schemeClr val="bg1">
                  <a:lumMod val="50000"/>
                  <a:shade val="67500"/>
                  <a:satMod val="115000"/>
                </a:schemeClr>
              </a:gs>
              <a:gs pos="100000">
                <a:schemeClr val="bg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E867B6B-20E2-A417-F6B1-6977FC532743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2" t="16800" r="6268" b="17333"/>
          <a:stretch>
            <a:fillRect/>
          </a:stretch>
        </p:blipFill>
        <p:spPr>
          <a:xfrm>
            <a:off x="334552" y="684930"/>
            <a:ext cx="3374603" cy="251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6450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B4725C9D615EC4F90E856C77C803B49" ma:contentTypeVersion="11" ma:contentTypeDescription="Crie um novo documento." ma:contentTypeScope="" ma:versionID="cabc70299ce84be86f1196f74a3659ca">
  <xsd:schema xmlns:xsd="http://www.w3.org/2001/XMLSchema" xmlns:xs="http://www.w3.org/2001/XMLSchema" xmlns:p="http://schemas.microsoft.com/office/2006/metadata/properties" xmlns:ns2="ee7d6401-c705-44ef-ad4f-6fbbe7e108ab" xmlns:ns3="53367ab0-672d-4085-830a-3f0971df62fb" targetNamespace="http://schemas.microsoft.com/office/2006/metadata/properties" ma:root="true" ma:fieldsID="5ad9c759f837ddfb819b42cf2afdfd84" ns2:_="" ns3:_="">
    <xsd:import namespace="ee7d6401-c705-44ef-ad4f-6fbbe7e108ab"/>
    <xsd:import namespace="53367ab0-672d-4085-830a-3f0971df62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7d6401-c705-44ef-ad4f-6fbbe7e108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296ee902-957c-4640-87b6-40205da5e2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367ab0-672d-4085-830a-3f0971df62f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8643b6f-5dac-4bc2-9e04-f05ff2446b58}" ma:internalName="TaxCatchAll" ma:showField="CatchAllData" ma:web="53367ab0-672d-4085-830a-3f0971df62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e7d6401-c705-44ef-ad4f-6fbbe7e108ab">
      <Terms xmlns="http://schemas.microsoft.com/office/infopath/2007/PartnerControls"/>
    </lcf76f155ced4ddcb4097134ff3c332f>
    <TaxCatchAll xmlns="53367ab0-672d-4085-830a-3f0971df62f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17A9E7-B85E-43CA-9109-5A20003EB3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7d6401-c705-44ef-ad4f-6fbbe7e108ab"/>
    <ds:schemaRef ds:uri="53367ab0-672d-4085-830a-3f0971df62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88B335-A4C2-4BD0-B5D2-DA14D9E693AC}">
  <ds:schemaRefs>
    <ds:schemaRef ds:uri="http://schemas.microsoft.com/office/2006/metadata/properties"/>
    <ds:schemaRef ds:uri="http://schemas.microsoft.com/office/infopath/2007/PartnerControls"/>
    <ds:schemaRef ds:uri="ee7d6401-c705-44ef-ad4f-6fbbe7e108ab"/>
    <ds:schemaRef ds:uri="53367ab0-672d-4085-830a-3f0971df62fb"/>
  </ds:schemaRefs>
</ds:datastoreItem>
</file>

<file path=customXml/itemProps3.xml><?xml version="1.0" encoding="utf-8"?>
<ds:datastoreItem xmlns:ds="http://schemas.openxmlformats.org/officeDocument/2006/customXml" ds:itemID="{458526FB-C477-4495-B68E-8617AF1FA2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>EQUATORIAL ENERGIA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DOS SANTOS ROCHA</dc:creator>
  <cp:lastModifiedBy>EDUARDO DOS SANTOS ROCHA</cp:lastModifiedBy>
  <cp:revision>2</cp:revision>
  <dcterms:created xsi:type="dcterms:W3CDTF">2026-06-15T12:05:49Z</dcterms:created>
  <dcterms:modified xsi:type="dcterms:W3CDTF">2026-06-15T17:32:59Z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0x0101008B4725C9D615EC4F90E856C77C803B49</vt:lpwstr>
  </property>
  <property fmtid="{D5CDD505-2E9C-101B-9397-08002B2CF9AE}" pid="3" name="MediaServiceImageTags">
    <vt:lpwstr/>
  </property>
</Properties>
</file>